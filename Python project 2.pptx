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8" r:id="rId2"/>
    <p:sldId id="257" r:id="rId3"/>
    <p:sldId id="256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70" r:id="rId13"/>
  </p:sldIdLst>
  <p:sldSz cx="12192000" cy="6858000"/>
  <p:notesSz cx="6858000" cy="9144000"/>
  <p:embeddedFontLst>
    <p:embeddedFont>
      <p:font typeface="Calibri Light" panose="020F0302020204030204" pitchFamily="34" charset="0"/>
      <p:regular r:id="rId14"/>
      <p: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7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3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23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52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6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33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5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35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64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3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130B3-987F-4A99-A75D-44D190313BE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7CD4D-0B77-4A8F-87C0-7B0F3FA9A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57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67911"/>
            <a:ext cx="12192000" cy="6190090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8000" b="1" dirty="0" smtClean="0">
                <a:solidFill>
                  <a:schemeClr val="bg1"/>
                </a:solidFill>
              </a:rPr>
              <a:t>Sales Data Analysis Using Python </a:t>
            </a:r>
            <a:endParaRPr lang="en-US" sz="80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945217" y="0"/>
            <a:ext cx="3246783" cy="6679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Prepared by  </a:t>
            </a:r>
            <a:r>
              <a:rPr lang="en-US" dirty="0" err="1" smtClean="0"/>
              <a:t>Mr.</a:t>
            </a:r>
            <a:r>
              <a:rPr lang="en-US" sz="2400" b="1" dirty="0" err="1" smtClean="0"/>
              <a:t>Hareesh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5894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49572"/>
            <a:ext cx="6583628" cy="58044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Sales by Region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9874"/>
            <a:ext cx="6583628" cy="39517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96693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5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354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22361"/>
            <a:ext cx="9144000" cy="4135437"/>
          </a:xfrm>
        </p:spPr>
        <p:txBody>
          <a:bodyPr/>
          <a:lstStyle/>
          <a:p>
            <a:r>
              <a:rPr lang="en-US" dirty="0" smtClean="0"/>
              <a:t>Bar chart → Sales by Region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298" y="1502796"/>
            <a:ext cx="7314285" cy="375500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-71561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62" y="1470358"/>
            <a:ext cx="8297849" cy="64468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What is the monthly sales trend?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9762" y="2454013"/>
            <a:ext cx="8297849" cy="30641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-71561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5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7827" y="954156"/>
            <a:ext cx="8080036" cy="4190337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437" y="954155"/>
            <a:ext cx="8016425" cy="4190337"/>
          </a:xfrm>
        </p:spPr>
      </p:pic>
      <p:sp>
        <p:nvSpPr>
          <p:cNvPr id="5" name="Rectangle 4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-71561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8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9078"/>
            <a:ext cx="7152860" cy="53654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Category distribution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91620"/>
            <a:ext cx="7152861" cy="296877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-71561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2666" y="2409243"/>
            <a:ext cx="4778734" cy="362579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717" y="1526650"/>
            <a:ext cx="10264471" cy="489005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Pie chart → Category distribution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666" y="2413220"/>
            <a:ext cx="4750571" cy="362579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80151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-71561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967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3380"/>
            <a:ext cx="9061174" cy="74010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Add rolling average to trend chart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14271"/>
            <a:ext cx="9061174" cy="27494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-71561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7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4946" y="1176793"/>
            <a:ext cx="9056536" cy="451514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947" y="1176793"/>
            <a:ext cx="9056536" cy="4515141"/>
          </a:xfrm>
        </p:spPr>
      </p:pic>
      <p:sp>
        <p:nvSpPr>
          <p:cNvPr id="5" name="Rectangle 4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-71561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6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979" y="897862"/>
            <a:ext cx="8711317" cy="652642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Create sales dashboard style visualization</a:t>
            </a:r>
            <a:endParaRPr lang="en-US" sz="2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3979" y="1889471"/>
            <a:ext cx="8711317" cy="40501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-71561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7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51721"/>
            <a:ext cx="10515600" cy="482524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51" y="1351721"/>
            <a:ext cx="10431448" cy="4825241"/>
          </a:xfrm>
        </p:spPr>
      </p:pic>
      <p:sp>
        <p:nvSpPr>
          <p:cNvPr id="5" name="Rectangle 4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-71561"/>
            <a:ext cx="12192000" cy="685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2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5400" dirty="0" smtClean="0">
                <a:solidFill>
                  <a:schemeClr val="bg1"/>
                </a:solidFill>
              </a:rPr>
              <a:t>THANK YOU</a:t>
            </a:r>
            <a:endParaRPr lang="en-US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04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Words>45</Words>
  <Application>Microsoft Office PowerPoint</Application>
  <PresentationFormat>Widescreen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 Light</vt:lpstr>
      <vt:lpstr>Calibri</vt:lpstr>
      <vt:lpstr>Office Theme</vt:lpstr>
      <vt:lpstr>Sales Data Analysis Using Python </vt:lpstr>
      <vt:lpstr>Sales by Region</vt:lpstr>
      <vt:lpstr>PowerPoint Presentation</vt:lpstr>
      <vt:lpstr>What is the monthly sales trend?</vt:lpstr>
      <vt:lpstr>PowerPoint Presentation</vt:lpstr>
      <vt:lpstr>Category distribution</vt:lpstr>
      <vt:lpstr>PowerPoint Presentation</vt:lpstr>
      <vt:lpstr>Add rolling average to trend chart</vt:lpstr>
      <vt:lpstr>PowerPoint Presentation</vt:lpstr>
      <vt:lpstr>Create sales dashboard style visualization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19</cp:revision>
  <dcterms:created xsi:type="dcterms:W3CDTF">2026-02-14T11:29:35Z</dcterms:created>
  <dcterms:modified xsi:type="dcterms:W3CDTF">2026-02-14T15:52:48Z</dcterms:modified>
</cp:coreProperties>
</file>